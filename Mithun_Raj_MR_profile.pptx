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8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7995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50" b="1" i="0">
                <a:solidFill>
                  <a:srgbClr val="143060"/>
                </a:solidFill>
                <a:latin typeface="Aptos"/>
              </a:rPr>
              <a:t>MITHUN RAJ M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66051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Aptos"/>
              </a:rPr>
              <a:t>Bengaluru, Karnataka, India   |   +91-6364242307   |   mithun.mr@wipro.com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2939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90" b="1" i="0">
                <a:solidFill>
                  <a:srgbClr val="1E1E1E"/>
                </a:solidFill>
                <a:latin typeface="Aptos"/>
              </a:rPr>
              <a:t>Portfolio: </a:t>
            </a:r>
            <a:r>
              <a:rPr sz="890" b="0" i="0">
                <a:solidFill>
                  <a:srgbClr val="005CBE"/>
                </a:solidFill>
                <a:latin typeface="Aptos"/>
              </a:rPr>
              <a:t>mithunrajmr.netlify.app</a:t>
            </a:r>
            <a:r>
              <a:rPr sz="890" b="1" i="0">
                <a:solidFill>
                  <a:srgbClr val="1E1E1E"/>
                </a:solidFill>
                <a:latin typeface="Aptos"/>
              </a:rPr>
              <a:t>   |   GitHub: </a:t>
            </a:r>
            <a:r>
              <a:rPr sz="890" b="0" i="0">
                <a:solidFill>
                  <a:srgbClr val="005CBE"/>
                </a:solidFill>
                <a:latin typeface="Aptos"/>
              </a:rPr>
              <a:t>github.com/mithunrajmr</a:t>
            </a:r>
            <a:r>
              <a:rPr sz="890" b="1" i="0">
                <a:solidFill>
                  <a:srgbClr val="1E1E1E"/>
                </a:solidFill>
                <a:latin typeface="Aptos"/>
              </a:rPr>
              <a:t>   |   LinkedIn: </a:t>
            </a:r>
            <a:r>
              <a:rPr sz="890" b="0" i="0">
                <a:solidFill>
                  <a:srgbClr val="005CBE"/>
                </a:solidFill>
                <a:latin typeface="Aptos"/>
              </a:rPr>
              <a:t>linkedin.com/in/mithunrajmr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8971"/>
            <a:ext cx="11356848" cy="14630"/>
          </a:xfrm>
          <a:prstGeom prst="rect">
            <a:avLst/>
          </a:prstGeom>
          <a:solidFill>
            <a:srgbClr val="14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88427"/>
            <a:ext cx="382219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43060"/>
                </a:solidFill>
                <a:latin typeface="Aptos"/>
              </a:rPr>
              <a:t>PROFESSIONAL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2747"/>
            <a:ext cx="3822191" cy="7315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526755"/>
            <a:ext cx="3822191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Aptos"/>
              </a:rPr>
              <a:t>Software Developer experienced in building full-stack web applications, enterprise software, and workflow automation systems. Skilled in Java, Spring Boot, React, SQL, and AI integration, with hands-on experience developing scalable applications using Google Cloud, IBM watsonx, and modern web technologies.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77731"/>
            <a:ext cx="3822191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 dirty="0">
                <a:solidFill>
                  <a:srgbClr val="143060"/>
                </a:solidFill>
                <a:latin typeface="Aptos"/>
              </a:rPr>
              <a:t>TECHNICAL SKILLS</a:t>
            </a:r>
            <a:r>
              <a:rPr lang="en-IN" sz="1150" b="1" dirty="0">
                <a:solidFill>
                  <a:srgbClr val="143060"/>
                </a:solidFill>
                <a:latin typeface="Aptos"/>
              </a:rPr>
              <a:t> &amp; EXPERIENCE </a:t>
            </a:r>
            <a:endParaRPr sz="1150" b="1" i="0" dirty="0">
              <a:solidFill>
                <a:srgbClr val="143060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2752050"/>
            <a:ext cx="3822191" cy="7315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816059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0" b="1" i="0">
                <a:solidFill>
                  <a:srgbClr val="143060"/>
                </a:solidFill>
                <a:latin typeface="Aptos"/>
              </a:rPr>
              <a:t>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16059"/>
            <a:ext cx="245059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5" b="0" i="0">
                <a:solidFill>
                  <a:srgbClr val="1E1E1E"/>
                </a:solidFill>
                <a:latin typeface="Aptos"/>
              </a:rPr>
              <a:t>Java, Python, JavaScript, HTML, CSS,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00107"/>
            <a:ext cx="3822191" cy="5486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3245827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0" b="1" i="0">
                <a:solidFill>
                  <a:srgbClr val="143060"/>
                </a:solidFill>
                <a:latin typeface="Aptos"/>
              </a:rPr>
              <a:t>Frameworks &amp; Technologies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245827"/>
            <a:ext cx="2450591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5" b="0" i="0">
                <a:solidFill>
                  <a:srgbClr val="1E1E1E"/>
                </a:solidFill>
                <a:latin typeface="Aptos"/>
              </a:rPr>
              <a:t>Spring Boot, React, FastAPI, Flask, Hibernate, WebSockets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712171"/>
            <a:ext cx="3822191" cy="5486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757891"/>
            <a:ext cx="132588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0" b="1" i="0">
                <a:solidFill>
                  <a:srgbClr val="143060"/>
                </a:solidFill>
                <a:latin typeface="Aptos"/>
              </a:rPr>
              <a:t>AI, Agents &amp;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57891"/>
            <a:ext cx="2450591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5" b="0" i="0">
                <a:solidFill>
                  <a:srgbClr val="1E1E1E"/>
                </a:solidFill>
                <a:latin typeface="Aptos"/>
              </a:rPr>
              <a:t>Google Cloud (Vertex AI, Cloud Run), Google Gemini, Google ADK, MCP, RAG, Multi-Agent Architectures, IBM watsonx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388827"/>
            <a:ext cx="3822191" cy="5486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4434547"/>
            <a:ext cx="132588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0" b="1" i="0">
                <a:solidFill>
                  <a:srgbClr val="143060"/>
                </a:solidFill>
                <a:latin typeface="Aptos"/>
              </a:rPr>
              <a:t>Databases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434547"/>
            <a:ext cx="2450591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5" b="0" i="0">
                <a:solidFill>
                  <a:srgbClr val="1E1E1E"/>
                </a:solidFill>
                <a:latin typeface="Aptos"/>
              </a:rPr>
              <a:t>MySQL, PostgreSQL, Redis, Firebase Firestore, Oracle SQL, Google BigQuery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900891"/>
            <a:ext cx="3822191" cy="5486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946611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0" b="1" i="0">
                <a:solidFill>
                  <a:srgbClr val="143060"/>
                </a:solidFill>
                <a:latin typeface="Aptos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946611"/>
            <a:ext cx="245059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5" b="0" i="0">
                <a:solidFill>
                  <a:srgbClr val="1E1E1E"/>
                </a:solidFill>
                <a:latin typeface="Aptos"/>
              </a:rPr>
              <a:t>Git, GitHub, Maven, Postman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1188427"/>
            <a:ext cx="719632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43060"/>
                </a:solidFill>
                <a:latin typeface="Aptos"/>
              </a:rPr>
              <a:t>KEY PROJECTS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462747"/>
            <a:ext cx="7196328" cy="7315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1545043"/>
            <a:ext cx="5623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90" b="1" i="0">
                <a:solidFill>
                  <a:srgbClr val="143060"/>
                </a:solidFill>
                <a:latin typeface="Aptos"/>
              </a:rPr>
              <a:t>DoConnect AI – Full-Stack Discussion &amp; Collaboration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1819362"/>
            <a:ext cx="48006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5" b="0" i="1">
                <a:solidFill>
                  <a:srgbClr val="005CBE"/>
                </a:solidFill>
                <a:latin typeface="Aptos"/>
              </a:rPr>
              <a:t>Spring Boot, React, MySQL, JWT, WebSocket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1819362"/>
            <a:ext cx="2459736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690" b="0" i="0">
                <a:solidFill>
                  <a:srgbClr val="005CBE"/>
                </a:solidFill>
                <a:latin typeface="Aptos"/>
              </a:rPr>
              <a:t>github.com/mithunrajmr/DoConnect-AI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2057107"/>
            <a:ext cx="7196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Developed a full-stack discussion platform using Spring Boot, React, MySQL, and JWT Authentication.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Implemented question-answer workflows, role-based access control, and REST APIs for users, moderators, and administrators.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Built a real-time chat module using a separate chat microservice architecture and WebSocket communication.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Integrated Google Gemini-powered answer assistance, discussion summarization, smart tag prediction, and question recommendations.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Developed moderation and analytics dashboards for platform management and content oversight.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172675"/>
            <a:ext cx="7196328" cy="7315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0" y="3328123"/>
            <a:ext cx="5623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90" b="1" i="0">
                <a:solidFill>
                  <a:srgbClr val="143060"/>
                </a:solidFill>
                <a:latin typeface="Aptos"/>
              </a:rPr>
              <a:t>TORII – Enterprise Autonomous Branch Operations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602443"/>
            <a:ext cx="48006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5" b="0" i="1">
                <a:solidFill>
                  <a:srgbClr val="005CBE"/>
                </a:solidFill>
                <a:latin typeface="Aptos"/>
              </a:rPr>
              <a:t>PostgreSQL, Redis, IBM watsonx Orchestrate, Google Gemini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2" y="3602443"/>
            <a:ext cx="2459736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690" b="0" i="0">
                <a:solidFill>
                  <a:srgbClr val="005CBE"/>
                </a:solidFill>
                <a:latin typeface="Aptos"/>
              </a:rPr>
              <a:t>github.com/mithunrajmr/torii/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840187"/>
            <a:ext cx="719632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Developed an enterprise branch operations platform using AI agents to triage customer requests, automate document verification, and streamline teller workflows.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Built a multi-agent workflow integrating IBM watsonx Orchestrate and Google Gemini for document analysis, compliance checks, fraud detection, and customer assistance with Human-in-the-Loop approval.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Implemented secure QR-based mobile continuation, OTP authentication, role-based access, and real-time teller workflows using PostgreSQL, Redis, and React.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Selected as a Finalist in the HackOn Agentic AI with IBM Bob &amp; watsonx 2026 hackathon.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882603"/>
            <a:ext cx="7196328" cy="7315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0" y="5056339"/>
            <a:ext cx="5623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90" b="1" i="0">
                <a:solidFill>
                  <a:srgbClr val="143060"/>
                </a:solidFill>
                <a:latin typeface="Aptos"/>
              </a:rPr>
              <a:t>DecisionIQ – AI Decision Intelligence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330659"/>
            <a:ext cx="48006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5" b="0" i="1">
                <a:solidFill>
                  <a:srgbClr val="005CBE"/>
                </a:solidFill>
                <a:latin typeface="Aptos"/>
              </a:rPr>
              <a:t>React, FastAPI, BigQuery, Vertex AI Gemini, Docker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8592" y="5330659"/>
            <a:ext cx="2459736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690" b="0" i="0">
                <a:solidFill>
                  <a:srgbClr val="005CBE"/>
                </a:solidFill>
                <a:latin typeface="Aptos"/>
              </a:rPr>
              <a:t>github.com/mithunrajmr/DecisionIQ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5568402"/>
            <a:ext cx="7196328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Developed an AI-assisted decision support platform to help grocery store owners compare inventory purchasing strategies using live operational data.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Built REST APIs with FastAPI to manage inventory, generate AI-powered purchasing scenarios, and provide explainable recommendations.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Integrated Google BigQuery and Vertex AI Gemini to generate context-aware purchasing insights based on inventory, weather, and business priorities.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35">
                <a:solidFill>
                  <a:srgbClr val="1E1E1E"/>
                </a:solidFill>
                <a:latin typeface="Aptos"/>
              </a:defRPr>
            </a:pPr>
            <a:r>
              <a:t>• Designed an interactive dashboard with inventory analytics, scenario comparison, and decision history.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6382219"/>
            <a:ext cx="7196328" cy="7315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1480" y="5385523"/>
            <a:ext cx="382219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43060"/>
                </a:solidFill>
                <a:latin typeface="Aptos"/>
              </a:rPr>
              <a:t>ACHIEVEMENTS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659843"/>
            <a:ext cx="3822191" cy="7315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" y="5678131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15" b="0" i="0">
                <a:solidFill>
                  <a:srgbClr val="1E1E1E"/>
                </a:solidFill>
                <a:latin typeface="Aptos"/>
              </a:rPr>
              <a:t>• Finalist – HackOn Agentic AI with IBM Bob &amp; watsonx (2026) – Developed TORII, an AI-powered enterprise platform.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5989027"/>
            <a:ext cx="382219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43060"/>
                </a:solidFill>
                <a:latin typeface="Aptos"/>
              </a:rPr>
              <a:t>CERTIFICATIONS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6263347"/>
            <a:ext cx="3822191" cy="7315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1480" y="6281635"/>
            <a:ext cx="185623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90" b="0" i="0">
                <a:solidFill>
                  <a:srgbClr val="1E1E1E"/>
                </a:solidFill>
                <a:latin typeface="Aptos"/>
              </a:rPr>
              <a:t>• Google Cloud Certified Partner Specialist – Gemini Enterprise Agent Development (2026)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50008" y="6281635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90" b="0" i="0">
                <a:solidFill>
                  <a:srgbClr val="1E1E1E"/>
                </a:solidFill>
                <a:latin typeface="Aptos"/>
              </a:rPr>
              <a:t>• Google Cloud Certified Partner Specialist – Gemini Enterprise Deployment (2026)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6510235"/>
            <a:ext cx="185623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90" b="0" i="0">
                <a:solidFill>
                  <a:srgbClr val="1E1E1E"/>
                </a:solidFill>
                <a:latin typeface="Aptos"/>
              </a:rPr>
              <a:t>• Google Cloud Gen AI Academy APAC 2026 – Cohort 1 &amp; 2: Agentic AI &amp; Data Analytics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50008" y="6510235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90" b="0" i="0">
                <a:solidFill>
                  <a:srgbClr val="1E1E1E"/>
                </a:solidFill>
                <a:latin typeface="Aptos"/>
              </a:rPr>
              <a:t>• NPTEL: Programming in Java (2023), Joy of Computing Using Python (2023), Social Networks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610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Mithun Raj</cp:lastModifiedBy>
  <cp:revision>4</cp:revision>
  <dcterms:created xsi:type="dcterms:W3CDTF">2013-01-27T09:14:16Z</dcterms:created>
  <dcterms:modified xsi:type="dcterms:W3CDTF">2026-08-26T17:36:59Z</dcterms:modified>
  <cp:category/>
</cp:coreProperties>
</file>